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Sloop Script Pro" charset="1" panose="00000000000000090000"/>
      <p:regular r:id="rId12"/>
    </p:embeddedFont>
    <p:embeddedFont>
      <p:font typeface="Times New Roman MT Condensed" charset="1" panose="02030506070405020303"/>
      <p:regular r:id="rId13"/>
    </p:embeddedFont>
    <p:embeddedFont>
      <p:font typeface="Quicksand" charset="1" panose="00000000000000000000"/>
      <p:regular r:id="rId14"/>
    </p:embeddedFont>
    <p:embeddedFont>
      <p:font typeface="Cormorant Garamond Medium" charset="1" panose="00000600000000000000"/>
      <p:regular r:id="rId15"/>
    </p:embeddedFont>
    <p:embeddedFont>
      <p:font typeface="Playfair Display Italics" charset="1" panose="00000000000000000000"/>
      <p:regular r:id="rId16"/>
    </p:embeddedFont>
    <p:embeddedFont>
      <p:font typeface="Lora" charset="1" panose="00000500000000000000"/>
      <p:regular r:id="rId17"/>
    </p:embeddedFont>
    <p:embeddedFont>
      <p:font typeface="Inter" charset="1" panose="02000503000000020004"/>
      <p:regular r:id="rId18"/>
    </p:embeddedFont>
    <p:embeddedFont>
      <p:font typeface="Quicksand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081969">
            <a:off x="13236160" y="2976654"/>
            <a:ext cx="2179504" cy="2287648"/>
          </a:xfrm>
          <a:custGeom>
            <a:avLst/>
            <a:gdLst/>
            <a:ahLst/>
            <a:cxnLst/>
            <a:rect r="r" b="b" t="t" l="l"/>
            <a:pathLst>
              <a:path h="2287648" w="2179504">
                <a:moveTo>
                  <a:pt x="0" y="0"/>
                </a:moveTo>
                <a:lnTo>
                  <a:pt x="2179504" y="0"/>
                </a:lnTo>
                <a:lnTo>
                  <a:pt x="2179504" y="2287648"/>
                </a:lnTo>
                <a:lnTo>
                  <a:pt x="0" y="2287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0837" y="0"/>
            <a:ext cx="1539073" cy="1539073"/>
          </a:xfrm>
          <a:custGeom>
            <a:avLst/>
            <a:gdLst/>
            <a:ahLst/>
            <a:cxnLst/>
            <a:rect r="r" b="b" t="t" l="l"/>
            <a:pathLst>
              <a:path h="1539073" w="1539073">
                <a:moveTo>
                  <a:pt x="0" y="0"/>
                </a:moveTo>
                <a:lnTo>
                  <a:pt x="1539073" y="0"/>
                </a:lnTo>
                <a:lnTo>
                  <a:pt x="1539073" y="1539073"/>
                </a:lnTo>
                <a:lnTo>
                  <a:pt x="0" y="1539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24238" y="552916"/>
            <a:ext cx="6306433" cy="2358504"/>
          </a:xfrm>
          <a:custGeom>
            <a:avLst/>
            <a:gdLst/>
            <a:ahLst/>
            <a:cxnLst/>
            <a:rect r="r" b="b" t="t" l="l"/>
            <a:pathLst>
              <a:path h="2358504" w="6306433">
                <a:moveTo>
                  <a:pt x="0" y="0"/>
                </a:moveTo>
                <a:lnTo>
                  <a:pt x="6306433" y="0"/>
                </a:lnTo>
                <a:lnTo>
                  <a:pt x="6306433" y="2358504"/>
                </a:lnTo>
                <a:lnTo>
                  <a:pt x="0" y="23585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4126462"/>
            <a:ext cx="5224573" cy="418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2"/>
              </a:lnSpc>
            </a:pPr>
            <a:r>
              <a:rPr lang="en-US" sz="31342" spc="-940">
                <a:solidFill>
                  <a:srgbClr val="971616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26538" y="3936350"/>
            <a:ext cx="8004133" cy="344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2"/>
              </a:lnSpc>
            </a:pPr>
            <a:r>
              <a:rPr lang="en-US" sz="22602" spc="-678">
                <a:solidFill>
                  <a:srgbClr val="971616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reative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2299" y="7688605"/>
            <a:ext cx="6470698" cy="277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2"/>
              </a:lnSpc>
            </a:pPr>
            <a:r>
              <a:rPr lang="en-US" sz="18272" spc="-548">
                <a:solidFill>
                  <a:srgbClr val="971616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lueprint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56632" y="6606761"/>
            <a:ext cx="5526312" cy="418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2"/>
              </a:lnSpc>
            </a:pPr>
            <a:r>
              <a:rPr lang="en-US" sz="31342" spc="-940">
                <a:solidFill>
                  <a:srgbClr val="971616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370" y="9220200"/>
            <a:ext cx="2296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Visual Direction 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21903" y="9220200"/>
            <a:ext cx="193739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2978" y="2539885"/>
            <a:ext cx="17144759" cy="1258855"/>
            <a:chOff x="0" y="0"/>
            <a:chExt cx="4515492" cy="33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492" cy="331550"/>
            </a:xfrm>
            <a:custGeom>
              <a:avLst/>
              <a:gdLst/>
              <a:ahLst/>
              <a:cxnLst/>
              <a:rect r="r" b="b" t="t" l="l"/>
              <a:pathLst>
                <a:path h="331550" w="4515492">
                  <a:moveTo>
                    <a:pt x="0" y="0"/>
                  </a:moveTo>
                  <a:lnTo>
                    <a:pt x="4515492" y="0"/>
                  </a:lnTo>
                  <a:lnTo>
                    <a:pt x="4515492" y="331550"/>
                  </a:lnTo>
                  <a:lnTo>
                    <a:pt x="0" y="331550"/>
                  </a:ln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5492" cy="36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220200"/>
            <a:ext cx="19373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Visual Direction Board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32978" y="1540296"/>
            <a:ext cx="4870161" cy="71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PRIMARY COLOR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978" y="406829"/>
            <a:ext cx="8353806" cy="6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01 / COLOUR PALETTE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21903" y="9220200"/>
            <a:ext cx="193739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2629" y="4091763"/>
            <a:ext cx="6930671" cy="71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SECONDARY COLOR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2629" y="5185789"/>
            <a:ext cx="8621371" cy="1258855"/>
            <a:chOff x="0" y="0"/>
            <a:chExt cx="2270649" cy="331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0649" cy="331550"/>
            </a:xfrm>
            <a:custGeom>
              <a:avLst/>
              <a:gdLst/>
              <a:ahLst/>
              <a:cxnLst/>
              <a:rect r="r" b="b" t="t" l="l"/>
              <a:pathLst>
                <a:path h="331550" w="2270649">
                  <a:moveTo>
                    <a:pt x="0" y="0"/>
                  </a:moveTo>
                  <a:lnTo>
                    <a:pt x="2270649" y="0"/>
                  </a:lnTo>
                  <a:lnTo>
                    <a:pt x="2270649" y="331550"/>
                  </a:lnTo>
                  <a:lnTo>
                    <a:pt x="0" y="331550"/>
                  </a:lnTo>
                  <a:close/>
                </a:path>
              </a:pathLst>
            </a:custGeom>
            <a:solidFill>
              <a:srgbClr val="F3E9E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70649" cy="36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12755" y="5185789"/>
            <a:ext cx="8464982" cy="1258855"/>
            <a:chOff x="0" y="0"/>
            <a:chExt cx="2229460" cy="331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9460" cy="331550"/>
            </a:xfrm>
            <a:custGeom>
              <a:avLst/>
              <a:gdLst/>
              <a:ahLst/>
              <a:cxnLst/>
              <a:rect r="r" b="b" t="t" l="l"/>
              <a:pathLst>
                <a:path h="331550" w="2229460">
                  <a:moveTo>
                    <a:pt x="0" y="0"/>
                  </a:moveTo>
                  <a:lnTo>
                    <a:pt x="2229460" y="0"/>
                  </a:lnTo>
                  <a:lnTo>
                    <a:pt x="2229460" y="331550"/>
                  </a:lnTo>
                  <a:lnTo>
                    <a:pt x="0" y="331550"/>
                  </a:lnTo>
                  <a:close/>
                </a:path>
              </a:pathLst>
            </a:custGeom>
            <a:solidFill>
              <a:srgbClr val="D9C7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29460" cy="36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22629" y="6644669"/>
            <a:ext cx="6930671" cy="71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ACCENT COLOR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54537" y="7738695"/>
            <a:ext cx="5231795" cy="1258855"/>
            <a:chOff x="0" y="0"/>
            <a:chExt cx="1377921" cy="331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7921" cy="331550"/>
            </a:xfrm>
            <a:custGeom>
              <a:avLst/>
              <a:gdLst/>
              <a:ahLst/>
              <a:cxnLst/>
              <a:rect r="r" b="b" t="t" l="l"/>
              <a:pathLst>
                <a:path h="331550" w="1377921">
                  <a:moveTo>
                    <a:pt x="0" y="0"/>
                  </a:moveTo>
                  <a:lnTo>
                    <a:pt x="1377921" y="0"/>
                  </a:lnTo>
                  <a:lnTo>
                    <a:pt x="1377921" y="331550"/>
                  </a:lnTo>
                  <a:lnTo>
                    <a:pt x="0" y="331550"/>
                  </a:lnTo>
                  <a:close/>
                </a:path>
              </a:pathLst>
            </a:custGeom>
            <a:solidFill>
              <a:srgbClr val="8C4A4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77921" cy="36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762533" y="7738695"/>
            <a:ext cx="6170006" cy="1258855"/>
            <a:chOff x="0" y="0"/>
            <a:chExt cx="1625022" cy="3315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5022" cy="331550"/>
            </a:xfrm>
            <a:custGeom>
              <a:avLst/>
              <a:gdLst/>
              <a:ahLst/>
              <a:cxnLst/>
              <a:rect r="r" b="b" t="t" l="l"/>
              <a:pathLst>
                <a:path h="331550" w="1625022">
                  <a:moveTo>
                    <a:pt x="0" y="0"/>
                  </a:moveTo>
                  <a:lnTo>
                    <a:pt x="1625022" y="0"/>
                  </a:lnTo>
                  <a:lnTo>
                    <a:pt x="1625022" y="331550"/>
                  </a:lnTo>
                  <a:lnTo>
                    <a:pt x="0" y="331550"/>
                  </a:lnTo>
                  <a:close/>
                </a:path>
              </a:pathLst>
            </a:custGeom>
            <a:solidFill>
              <a:srgbClr val="B46A5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25022" cy="36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07529" y="7738695"/>
            <a:ext cx="5670208" cy="1258855"/>
            <a:chOff x="0" y="0"/>
            <a:chExt cx="1493388" cy="331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3388" cy="331550"/>
            </a:xfrm>
            <a:custGeom>
              <a:avLst/>
              <a:gdLst/>
              <a:ahLst/>
              <a:cxnLst/>
              <a:rect r="r" b="b" t="t" l="l"/>
              <a:pathLst>
                <a:path h="331550" w="1493388">
                  <a:moveTo>
                    <a:pt x="0" y="0"/>
                  </a:moveTo>
                  <a:lnTo>
                    <a:pt x="1493388" y="0"/>
                  </a:lnTo>
                  <a:lnTo>
                    <a:pt x="1493388" y="331550"/>
                  </a:lnTo>
                  <a:lnTo>
                    <a:pt x="0" y="331550"/>
                  </a:lnTo>
                  <a:close/>
                </a:path>
              </a:pathLst>
            </a:custGeom>
            <a:solidFill>
              <a:srgbClr val="A87C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93388" cy="36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68726" y="508854"/>
            <a:ext cx="991802" cy="8296175"/>
            <a:chOff x="0" y="0"/>
            <a:chExt cx="261215" cy="2185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215" cy="2185001"/>
            </a:xfrm>
            <a:custGeom>
              <a:avLst/>
              <a:gdLst/>
              <a:ahLst/>
              <a:cxnLst/>
              <a:rect r="r" b="b" t="t" l="l"/>
              <a:pathLst>
                <a:path h="2185001" w="261215">
                  <a:moveTo>
                    <a:pt x="0" y="0"/>
                  </a:moveTo>
                  <a:lnTo>
                    <a:pt x="261215" y="0"/>
                  </a:lnTo>
                  <a:lnTo>
                    <a:pt x="261215" y="2185001"/>
                  </a:lnTo>
                  <a:lnTo>
                    <a:pt x="0" y="2185001"/>
                  </a:lnTo>
                  <a:close/>
                </a:path>
              </a:pathLst>
            </a:custGeom>
            <a:solidFill>
              <a:srgbClr val="9716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1215" cy="222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2978" y="1262530"/>
            <a:ext cx="8611022" cy="1719175"/>
            <a:chOff x="0" y="0"/>
            <a:chExt cx="2267923" cy="4527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923" cy="452787"/>
            </a:xfrm>
            <a:custGeom>
              <a:avLst/>
              <a:gdLst/>
              <a:ahLst/>
              <a:cxnLst/>
              <a:rect r="r" b="b" t="t" l="l"/>
              <a:pathLst>
                <a:path h="452787" w="2267923">
                  <a:moveTo>
                    <a:pt x="29669" y="0"/>
                  </a:moveTo>
                  <a:lnTo>
                    <a:pt x="2238254" y="0"/>
                  </a:lnTo>
                  <a:cubicBezTo>
                    <a:pt x="2246123" y="0"/>
                    <a:pt x="2253669" y="3126"/>
                    <a:pt x="2259233" y="8690"/>
                  </a:cubicBezTo>
                  <a:cubicBezTo>
                    <a:pt x="2264798" y="14254"/>
                    <a:pt x="2267923" y="21801"/>
                    <a:pt x="2267923" y="29669"/>
                  </a:cubicBezTo>
                  <a:lnTo>
                    <a:pt x="2267923" y="423118"/>
                  </a:lnTo>
                  <a:cubicBezTo>
                    <a:pt x="2267923" y="439504"/>
                    <a:pt x="2254640" y="452787"/>
                    <a:pt x="2238254" y="452787"/>
                  </a:cubicBezTo>
                  <a:lnTo>
                    <a:pt x="29669" y="452787"/>
                  </a:lnTo>
                  <a:cubicBezTo>
                    <a:pt x="21801" y="452787"/>
                    <a:pt x="14254" y="449661"/>
                    <a:pt x="8690" y="444097"/>
                  </a:cubicBezTo>
                  <a:cubicBezTo>
                    <a:pt x="3126" y="438533"/>
                    <a:pt x="0" y="430986"/>
                    <a:pt x="0" y="423118"/>
                  </a:cubicBezTo>
                  <a:lnTo>
                    <a:pt x="0" y="29669"/>
                  </a:lnTo>
                  <a:cubicBezTo>
                    <a:pt x="0" y="21801"/>
                    <a:pt x="3126" y="14254"/>
                    <a:pt x="8690" y="8690"/>
                  </a:cubicBezTo>
                  <a:cubicBezTo>
                    <a:pt x="14254" y="3126"/>
                    <a:pt x="21801" y="0"/>
                    <a:pt x="29669" y="0"/>
                  </a:cubicBezTo>
                  <a:close/>
                </a:path>
              </a:pathLst>
            </a:custGeom>
            <a:solidFill>
              <a:srgbClr val="1F1F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923" cy="490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975527" y="1637514"/>
            <a:ext cx="198637" cy="1986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B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321903" y="9220200"/>
            <a:ext cx="193739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2978" y="406829"/>
            <a:ext cx="8353806" cy="6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02 / TYPOGRAPHY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7291" y="1622533"/>
            <a:ext cx="7182445" cy="373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sz="6406" b="true">
                <a:solidFill>
                  <a:srgbClr val="F4F4F4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Cormorant Garamond</a:t>
            </a:r>
          </a:p>
          <a:p>
            <a:pPr algn="ctr">
              <a:lnSpc>
                <a:spcPts val="10509"/>
              </a:lnSpc>
            </a:pPr>
          </a:p>
          <a:p>
            <a:pPr algn="ctr">
              <a:lnSpc>
                <a:spcPts val="1050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980650" y="6593054"/>
            <a:ext cx="2629339" cy="45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6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CAPTIONS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0918" y="9488805"/>
            <a:ext cx="19373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Visual Direction Board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62844" y="1501088"/>
            <a:ext cx="193739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Hook &amp;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Style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32978" y="3293255"/>
            <a:ext cx="8611022" cy="1719175"/>
            <a:chOff x="0" y="0"/>
            <a:chExt cx="2267923" cy="4527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67923" cy="452787"/>
            </a:xfrm>
            <a:custGeom>
              <a:avLst/>
              <a:gdLst/>
              <a:ahLst/>
              <a:cxnLst/>
              <a:rect r="r" b="b" t="t" l="l"/>
              <a:pathLst>
                <a:path h="452787" w="2267923">
                  <a:moveTo>
                    <a:pt x="29669" y="0"/>
                  </a:moveTo>
                  <a:lnTo>
                    <a:pt x="2238254" y="0"/>
                  </a:lnTo>
                  <a:cubicBezTo>
                    <a:pt x="2246123" y="0"/>
                    <a:pt x="2253669" y="3126"/>
                    <a:pt x="2259233" y="8690"/>
                  </a:cubicBezTo>
                  <a:cubicBezTo>
                    <a:pt x="2264798" y="14254"/>
                    <a:pt x="2267923" y="21801"/>
                    <a:pt x="2267923" y="29669"/>
                  </a:cubicBezTo>
                  <a:lnTo>
                    <a:pt x="2267923" y="423118"/>
                  </a:lnTo>
                  <a:cubicBezTo>
                    <a:pt x="2267923" y="439504"/>
                    <a:pt x="2254640" y="452787"/>
                    <a:pt x="2238254" y="452787"/>
                  </a:cubicBezTo>
                  <a:lnTo>
                    <a:pt x="29669" y="452787"/>
                  </a:lnTo>
                  <a:cubicBezTo>
                    <a:pt x="21801" y="452787"/>
                    <a:pt x="14254" y="449661"/>
                    <a:pt x="8690" y="444097"/>
                  </a:cubicBezTo>
                  <a:cubicBezTo>
                    <a:pt x="3126" y="438533"/>
                    <a:pt x="0" y="430986"/>
                    <a:pt x="0" y="423118"/>
                  </a:cubicBezTo>
                  <a:lnTo>
                    <a:pt x="0" y="29669"/>
                  </a:lnTo>
                  <a:cubicBezTo>
                    <a:pt x="0" y="21801"/>
                    <a:pt x="3126" y="14254"/>
                    <a:pt x="8690" y="8690"/>
                  </a:cubicBezTo>
                  <a:cubicBezTo>
                    <a:pt x="14254" y="3126"/>
                    <a:pt x="21801" y="0"/>
                    <a:pt x="29669" y="0"/>
                  </a:cubicBezTo>
                  <a:close/>
                </a:path>
              </a:pathLst>
            </a:custGeom>
            <a:solidFill>
              <a:srgbClr val="1F1F2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67923" cy="490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0" y="3405488"/>
            <a:ext cx="9355216" cy="112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1"/>
              </a:lnSpc>
            </a:pPr>
            <a:r>
              <a:rPr lang="en-US" sz="6593" i="true">
                <a:solidFill>
                  <a:srgbClr val="F4F4F4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Playfair Display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2844" y="3410330"/>
            <a:ext cx="193739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Hook &amp;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Style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32978" y="5323980"/>
            <a:ext cx="8611022" cy="1719175"/>
            <a:chOff x="0" y="0"/>
            <a:chExt cx="2267923" cy="4527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923" cy="452787"/>
            </a:xfrm>
            <a:custGeom>
              <a:avLst/>
              <a:gdLst/>
              <a:ahLst/>
              <a:cxnLst/>
              <a:rect r="r" b="b" t="t" l="l"/>
              <a:pathLst>
                <a:path h="452787" w="2267923">
                  <a:moveTo>
                    <a:pt x="29669" y="0"/>
                  </a:moveTo>
                  <a:lnTo>
                    <a:pt x="2238254" y="0"/>
                  </a:lnTo>
                  <a:cubicBezTo>
                    <a:pt x="2246123" y="0"/>
                    <a:pt x="2253669" y="3126"/>
                    <a:pt x="2259233" y="8690"/>
                  </a:cubicBezTo>
                  <a:cubicBezTo>
                    <a:pt x="2264798" y="14254"/>
                    <a:pt x="2267923" y="21801"/>
                    <a:pt x="2267923" y="29669"/>
                  </a:cubicBezTo>
                  <a:lnTo>
                    <a:pt x="2267923" y="423118"/>
                  </a:lnTo>
                  <a:cubicBezTo>
                    <a:pt x="2267923" y="439504"/>
                    <a:pt x="2254640" y="452787"/>
                    <a:pt x="2238254" y="452787"/>
                  </a:cubicBezTo>
                  <a:lnTo>
                    <a:pt x="29669" y="452787"/>
                  </a:lnTo>
                  <a:cubicBezTo>
                    <a:pt x="21801" y="452787"/>
                    <a:pt x="14254" y="449661"/>
                    <a:pt x="8690" y="444097"/>
                  </a:cubicBezTo>
                  <a:cubicBezTo>
                    <a:pt x="3126" y="438533"/>
                    <a:pt x="0" y="430986"/>
                    <a:pt x="0" y="423118"/>
                  </a:cubicBezTo>
                  <a:lnTo>
                    <a:pt x="0" y="29669"/>
                  </a:lnTo>
                  <a:cubicBezTo>
                    <a:pt x="0" y="21801"/>
                    <a:pt x="3126" y="14254"/>
                    <a:pt x="8690" y="8690"/>
                  </a:cubicBezTo>
                  <a:cubicBezTo>
                    <a:pt x="14254" y="3126"/>
                    <a:pt x="21801" y="0"/>
                    <a:pt x="29669" y="0"/>
                  </a:cubicBezTo>
                  <a:close/>
                </a:path>
              </a:pathLst>
            </a:custGeom>
            <a:solidFill>
              <a:srgbClr val="1F1F2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67923" cy="490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62844" y="5557695"/>
            <a:ext cx="8886784" cy="112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1"/>
              </a:lnSpc>
            </a:pPr>
            <a:r>
              <a:rPr lang="en-US" sz="6593">
                <a:solidFill>
                  <a:srgbClr val="F4F4F4"/>
                </a:solidFill>
                <a:latin typeface="Lora"/>
                <a:ea typeface="Lora"/>
                <a:cs typeface="Lora"/>
                <a:sym typeface="Lora"/>
              </a:rPr>
              <a:t>Lora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2844" y="5441055"/>
            <a:ext cx="193739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Hook &amp;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Style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250284" y="4944863"/>
            <a:ext cx="198637" cy="19863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B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575307" y="6565389"/>
            <a:ext cx="198637" cy="19863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B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573404" y="-3306061"/>
            <a:ext cx="792792" cy="8250924"/>
            <a:chOff x="0" y="0"/>
            <a:chExt cx="208801" cy="21730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8801" cy="2173083"/>
            </a:xfrm>
            <a:custGeom>
              <a:avLst/>
              <a:gdLst/>
              <a:ahLst/>
              <a:cxnLst/>
              <a:rect r="r" b="b" t="t" l="l"/>
              <a:pathLst>
                <a:path h="2173083" w="208801">
                  <a:moveTo>
                    <a:pt x="0" y="0"/>
                  </a:moveTo>
                  <a:lnTo>
                    <a:pt x="208801" y="0"/>
                  </a:lnTo>
                  <a:lnTo>
                    <a:pt x="208801" y="2173083"/>
                  </a:lnTo>
                  <a:lnTo>
                    <a:pt x="0" y="2173083"/>
                  </a:lnTo>
                  <a:close/>
                </a:path>
              </a:pathLst>
            </a:custGeom>
            <a:solidFill>
              <a:srgbClr val="97161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08801" cy="2211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2978" y="7305295"/>
            <a:ext cx="8611022" cy="1719175"/>
            <a:chOff x="0" y="0"/>
            <a:chExt cx="2267923" cy="4527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67923" cy="452787"/>
            </a:xfrm>
            <a:custGeom>
              <a:avLst/>
              <a:gdLst/>
              <a:ahLst/>
              <a:cxnLst/>
              <a:rect r="r" b="b" t="t" l="l"/>
              <a:pathLst>
                <a:path h="452787" w="2267923">
                  <a:moveTo>
                    <a:pt x="29669" y="0"/>
                  </a:moveTo>
                  <a:lnTo>
                    <a:pt x="2238254" y="0"/>
                  </a:lnTo>
                  <a:cubicBezTo>
                    <a:pt x="2246123" y="0"/>
                    <a:pt x="2253669" y="3126"/>
                    <a:pt x="2259233" y="8690"/>
                  </a:cubicBezTo>
                  <a:cubicBezTo>
                    <a:pt x="2264798" y="14254"/>
                    <a:pt x="2267923" y="21801"/>
                    <a:pt x="2267923" y="29669"/>
                  </a:cubicBezTo>
                  <a:lnTo>
                    <a:pt x="2267923" y="423118"/>
                  </a:lnTo>
                  <a:cubicBezTo>
                    <a:pt x="2267923" y="439504"/>
                    <a:pt x="2254640" y="452787"/>
                    <a:pt x="2238254" y="452787"/>
                  </a:cubicBezTo>
                  <a:lnTo>
                    <a:pt x="29669" y="452787"/>
                  </a:lnTo>
                  <a:cubicBezTo>
                    <a:pt x="21801" y="452787"/>
                    <a:pt x="14254" y="449661"/>
                    <a:pt x="8690" y="444097"/>
                  </a:cubicBezTo>
                  <a:cubicBezTo>
                    <a:pt x="3126" y="438533"/>
                    <a:pt x="0" y="430986"/>
                    <a:pt x="0" y="423118"/>
                  </a:cubicBezTo>
                  <a:lnTo>
                    <a:pt x="0" y="29669"/>
                  </a:lnTo>
                  <a:cubicBezTo>
                    <a:pt x="0" y="21801"/>
                    <a:pt x="3126" y="14254"/>
                    <a:pt x="8690" y="8690"/>
                  </a:cubicBezTo>
                  <a:cubicBezTo>
                    <a:pt x="14254" y="3126"/>
                    <a:pt x="21801" y="0"/>
                    <a:pt x="29669" y="0"/>
                  </a:cubicBezTo>
                  <a:close/>
                </a:path>
              </a:pathLst>
            </a:custGeom>
            <a:solidFill>
              <a:srgbClr val="1F1F2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267923" cy="490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710525" y="7576555"/>
            <a:ext cx="1752600" cy="113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1"/>
              </a:lnSpc>
            </a:pPr>
            <a:r>
              <a:rPr lang="en-US" sz="659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Inter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2844" y="7422370"/>
            <a:ext cx="193739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Captions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59012" y="8340554"/>
            <a:ext cx="198637" cy="198637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B0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376722" y="473504"/>
            <a:ext cx="794150" cy="10153821"/>
            <a:chOff x="0" y="0"/>
            <a:chExt cx="209159" cy="26742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9159" cy="2674257"/>
            </a:xfrm>
            <a:custGeom>
              <a:avLst/>
              <a:gdLst/>
              <a:ahLst/>
              <a:cxnLst/>
              <a:rect r="r" b="b" t="t" l="l"/>
              <a:pathLst>
                <a:path h="2674257" w="209159">
                  <a:moveTo>
                    <a:pt x="0" y="0"/>
                  </a:moveTo>
                  <a:lnTo>
                    <a:pt x="209159" y="0"/>
                  </a:lnTo>
                  <a:lnTo>
                    <a:pt x="209159" y="2674257"/>
                  </a:lnTo>
                  <a:lnTo>
                    <a:pt x="0" y="2674257"/>
                  </a:lnTo>
                  <a:close/>
                </a:path>
              </a:pathLst>
            </a:custGeom>
            <a:solidFill>
              <a:srgbClr val="97161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09159" cy="2712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409" y="2817227"/>
            <a:ext cx="10453871" cy="692873"/>
            <a:chOff x="0" y="0"/>
            <a:chExt cx="2753283" cy="182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53283" cy="182485"/>
            </a:xfrm>
            <a:custGeom>
              <a:avLst/>
              <a:gdLst/>
              <a:ahLst/>
              <a:cxnLst/>
              <a:rect r="r" b="b" t="t" l="l"/>
              <a:pathLst>
                <a:path h="182485" w="2753283">
                  <a:moveTo>
                    <a:pt x="0" y="0"/>
                  </a:moveTo>
                  <a:lnTo>
                    <a:pt x="2753283" y="0"/>
                  </a:lnTo>
                  <a:lnTo>
                    <a:pt x="2753283" y="182485"/>
                  </a:lnTo>
                  <a:lnTo>
                    <a:pt x="0" y="182485"/>
                  </a:lnTo>
                  <a:close/>
                </a:path>
              </a:pathLst>
            </a:custGeom>
            <a:solidFill>
              <a:srgbClr val="6412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53283" cy="220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89947" y="2817227"/>
            <a:ext cx="65123" cy="692873"/>
            <a:chOff x="0" y="0"/>
            <a:chExt cx="17152" cy="182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52" cy="182485"/>
            </a:xfrm>
            <a:custGeom>
              <a:avLst/>
              <a:gdLst/>
              <a:ahLst/>
              <a:cxnLst/>
              <a:rect r="r" b="b" t="t" l="l"/>
              <a:pathLst>
                <a:path h="182485" w="17152">
                  <a:moveTo>
                    <a:pt x="0" y="0"/>
                  </a:moveTo>
                  <a:lnTo>
                    <a:pt x="17152" y="0"/>
                  </a:lnTo>
                  <a:lnTo>
                    <a:pt x="17152" y="182485"/>
                  </a:lnTo>
                  <a:lnTo>
                    <a:pt x="0" y="18248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152" cy="220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321903" y="9220200"/>
            <a:ext cx="193739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5409" y="550125"/>
            <a:ext cx="8353806" cy="6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03 / EDITING STYLE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409" y="1652432"/>
            <a:ext cx="8353806" cy="6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Pacing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5409" y="3625438"/>
            <a:ext cx="6720382" cy="50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  <a:spcBef>
                <a:spcPct val="0"/>
              </a:spcBef>
            </a:pPr>
            <a:r>
              <a:rPr lang="en-US" sz="3033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Slow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71335" y="3625438"/>
            <a:ext cx="6720382" cy="50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  <a:spcBef>
                <a:spcPct val="0"/>
              </a:spcBef>
            </a:pPr>
            <a:r>
              <a:rPr lang="en-US" sz="3033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Fast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0918" y="9354502"/>
            <a:ext cx="19373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Visual Direction Board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05409" y="4936093"/>
            <a:ext cx="8353806" cy="6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Edit Vibe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05409" y="5999992"/>
            <a:ext cx="10453871" cy="1418225"/>
            <a:chOff x="0" y="0"/>
            <a:chExt cx="2753283" cy="3735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53283" cy="373524"/>
            </a:xfrm>
            <a:custGeom>
              <a:avLst/>
              <a:gdLst/>
              <a:ahLst/>
              <a:cxnLst/>
              <a:rect r="r" b="b" t="t" l="l"/>
              <a:pathLst>
                <a:path h="373524" w="2753283">
                  <a:moveTo>
                    <a:pt x="0" y="0"/>
                  </a:moveTo>
                  <a:lnTo>
                    <a:pt x="2753283" y="0"/>
                  </a:lnTo>
                  <a:lnTo>
                    <a:pt x="2753283" y="373524"/>
                  </a:lnTo>
                  <a:lnTo>
                    <a:pt x="0" y="373524"/>
                  </a:lnTo>
                  <a:close/>
                </a:path>
              </a:pathLst>
            </a:custGeom>
            <a:solidFill>
              <a:srgbClr val="6412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53283" cy="411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52812" y="6016231"/>
            <a:ext cx="47625" cy="1401986"/>
            <a:chOff x="0" y="0"/>
            <a:chExt cx="12543" cy="3692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43" cy="369247"/>
            </a:xfrm>
            <a:custGeom>
              <a:avLst/>
              <a:gdLst/>
              <a:ahLst/>
              <a:cxnLst/>
              <a:rect r="r" b="b" t="t" l="l"/>
              <a:pathLst>
                <a:path h="369247" w="12543">
                  <a:moveTo>
                    <a:pt x="0" y="0"/>
                  </a:moveTo>
                  <a:lnTo>
                    <a:pt x="12543" y="0"/>
                  </a:lnTo>
                  <a:lnTo>
                    <a:pt x="12543" y="369247"/>
                  </a:lnTo>
                  <a:lnTo>
                    <a:pt x="0" y="3692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543" cy="407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25791" y="6016231"/>
            <a:ext cx="47625" cy="1401986"/>
            <a:chOff x="0" y="0"/>
            <a:chExt cx="12543" cy="3692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43" cy="369247"/>
            </a:xfrm>
            <a:custGeom>
              <a:avLst/>
              <a:gdLst/>
              <a:ahLst/>
              <a:cxnLst/>
              <a:rect r="r" b="b" t="t" l="l"/>
              <a:pathLst>
                <a:path h="369247" w="12543">
                  <a:moveTo>
                    <a:pt x="0" y="0"/>
                  </a:moveTo>
                  <a:lnTo>
                    <a:pt x="12543" y="0"/>
                  </a:lnTo>
                  <a:lnTo>
                    <a:pt x="12543" y="369247"/>
                  </a:lnTo>
                  <a:lnTo>
                    <a:pt x="0" y="3692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543" cy="407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90194" y="6305846"/>
            <a:ext cx="8353806" cy="97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Bold text </a:t>
            </a:r>
          </a:p>
          <a:p>
            <a:pPr algn="l">
              <a:lnSpc>
                <a:spcPts val="3808"/>
              </a:lnSpc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overlays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65600" y="6221576"/>
            <a:ext cx="8353806" cy="112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9"/>
              </a:lnSpc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Beat-sync </a:t>
            </a:r>
          </a:p>
          <a:p>
            <a:pPr algn="l">
              <a:lnSpc>
                <a:spcPts val="4449"/>
              </a:lnSpc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transitions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36796" y="6372951"/>
            <a:ext cx="8353806" cy="127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Transitions</a:t>
            </a:r>
          </a:p>
          <a:p>
            <a:pPr algn="l">
              <a:lnSpc>
                <a:spcPts val="5278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5400000">
            <a:off x="7377494" y="1056440"/>
            <a:ext cx="17386853" cy="5698934"/>
            <a:chOff x="0" y="0"/>
            <a:chExt cx="597743" cy="1959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7743" cy="195924"/>
            </a:xfrm>
            <a:custGeom>
              <a:avLst/>
              <a:gdLst/>
              <a:ahLst/>
              <a:cxnLst/>
              <a:rect r="r" b="b" t="t" l="l"/>
              <a:pathLst>
                <a:path h="195924" w="597743">
                  <a:moveTo>
                    <a:pt x="0" y="0"/>
                  </a:moveTo>
                  <a:lnTo>
                    <a:pt x="597743" y="0"/>
                  </a:lnTo>
                  <a:lnTo>
                    <a:pt x="597743" y="195924"/>
                  </a:lnTo>
                  <a:lnTo>
                    <a:pt x="0" y="195924"/>
                  </a:lnTo>
                  <a:close/>
                </a:path>
              </a:pathLst>
            </a:custGeom>
            <a:blipFill>
              <a:blip r:embed="rId2"/>
              <a:stretch>
                <a:fillRect l="0" t="-58878" r="0" b="-5887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60827" y="1484963"/>
            <a:ext cx="3964368" cy="7611928"/>
            <a:chOff x="0" y="0"/>
            <a:chExt cx="1044113" cy="20047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113" cy="2004788"/>
            </a:xfrm>
            <a:custGeom>
              <a:avLst/>
              <a:gdLst/>
              <a:ahLst/>
              <a:cxnLst/>
              <a:rect r="r" b="b" t="t" l="l"/>
              <a:pathLst>
                <a:path h="2004788" w="1044113">
                  <a:moveTo>
                    <a:pt x="0" y="0"/>
                  </a:moveTo>
                  <a:lnTo>
                    <a:pt x="1044113" y="0"/>
                  </a:lnTo>
                  <a:lnTo>
                    <a:pt x="1044113" y="2004788"/>
                  </a:lnTo>
                  <a:lnTo>
                    <a:pt x="0" y="2004788"/>
                  </a:lnTo>
                  <a:close/>
                </a:path>
              </a:pathLst>
            </a:custGeom>
            <a:solidFill>
              <a:srgbClr val="9716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4113" cy="2042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84192" y="1548252"/>
            <a:ext cx="2737969" cy="7485349"/>
          </a:xfrm>
          <a:custGeom>
            <a:avLst/>
            <a:gdLst/>
            <a:ahLst/>
            <a:cxnLst/>
            <a:rect r="r" b="b" t="t" l="l"/>
            <a:pathLst>
              <a:path h="7485349" w="2737969">
                <a:moveTo>
                  <a:pt x="0" y="0"/>
                </a:moveTo>
                <a:lnTo>
                  <a:pt x="2737969" y="0"/>
                </a:lnTo>
                <a:lnTo>
                  <a:pt x="2737969" y="7485349"/>
                </a:lnTo>
                <a:lnTo>
                  <a:pt x="0" y="7485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21903" y="9220200"/>
            <a:ext cx="193739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978" y="406829"/>
            <a:ext cx="11882729" cy="6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04 / WARDROBE Colour Combinations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0918" y="9354502"/>
            <a:ext cx="19373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Visual Direction Board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49847" y="1641030"/>
            <a:ext cx="268150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4F4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STYLE TONE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60827" y="1484963"/>
            <a:ext cx="3964368" cy="7773337"/>
            <a:chOff x="0" y="0"/>
            <a:chExt cx="1044113" cy="2047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113" cy="2047299"/>
            </a:xfrm>
            <a:custGeom>
              <a:avLst/>
              <a:gdLst/>
              <a:ahLst/>
              <a:cxnLst/>
              <a:rect r="r" b="b" t="t" l="l"/>
              <a:pathLst>
                <a:path h="2047299" w="1044113">
                  <a:moveTo>
                    <a:pt x="0" y="0"/>
                  </a:moveTo>
                  <a:lnTo>
                    <a:pt x="1044113" y="0"/>
                  </a:lnTo>
                  <a:lnTo>
                    <a:pt x="1044113" y="2047299"/>
                  </a:lnTo>
                  <a:lnTo>
                    <a:pt x="0" y="2047299"/>
                  </a:lnTo>
                  <a:close/>
                </a:path>
              </a:pathLst>
            </a:custGeom>
            <a:solidFill>
              <a:srgbClr val="9716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4113" cy="2085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0876" y="1464377"/>
            <a:ext cx="5396052" cy="6696358"/>
          </a:xfrm>
          <a:custGeom>
            <a:avLst/>
            <a:gdLst/>
            <a:ahLst/>
            <a:cxnLst/>
            <a:rect r="r" b="b" t="t" l="l"/>
            <a:pathLst>
              <a:path h="6696358" w="5396052">
                <a:moveTo>
                  <a:pt x="0" y="0"/>
                </a:moveTo>
                <a:lnTo>
                  <a:pt x="5396052" y="0"/>
                </a:lnTo>
                <a:lnTo>
                  <a:pt x="5396052" y="6696358"/>
                </a:lnTo>
                <a:lnTo>
                  <a:pt x="0" y="669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81" t="0" r="-378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01260" y="1464377"/>
            <a:ext cx="4614447" cy="6596439"/>
          </a:xfrm>
          <a:custGeom>
            <a:avLst/>
            <a:gdLst/>
            <a:ahLst/>
            <a:cxnLst/>
            <a:rect r="r" b="b" t="t" l="l"/>
            <a:pathLst>
              <a:path h="6596439" w="4614447">
                <a:moveTo>
                  <a:pt x="0" y="0"/>
                </a:moveTo>
                <a:lnTo>
                  <a:pt x="4614447" y="0"/>
                </a:lnTo>
                <a:lnTo>
                  <a:pt x="4614447" y="6596440"/>
                </a:lnTo>
                <a:lnTo>
                  <a:pt x="0" y="6596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49847" y="1641030"/>
            <a:ext cx="268150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4F4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BACKGROUND TONE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2978" y="406829"/>
            <a:ext cx="11882729" cy="6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05 / BACKGROUNDS Key Locations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21903" y="9220200"/>
            <a:ext cx="193739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0918" y="9354502"/>
            <a:ext cx="19373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4F4"/>
                </a:solidFill>
                <a:latin typeface="Quicksand"/>
                <a:ea typeface="Quicksand"/>
                <a:cs typeface="Quicksand"/>
                <a:sym typeface="Quicksand"/>
              </a:rPr>
              <a:t>Visual Direction Board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DAHLcZ1gra4</dc:identifier>
  <dcterms:modified xsi:type="dcterms:W3CDTF">2011-08-01T06:04:30Z</dcterms:modified>
  <cp:revision>1</cp:revision>
  <dc:title>Amore creative framework</dc:title>
</cp:coreProperties>
</file>